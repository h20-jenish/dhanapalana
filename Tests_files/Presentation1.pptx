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0FDD-FE68-74DD-8B27-AA2A2040C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29F52-37DF-86D4-9D89-1A7D748EA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26044-1259-E919-0907-F1A09596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55B25-BB29-3D44-BC4E-F709235DE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FF63A-FEF7-8AC1-1E14-5FEDFA00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4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5666-2AE9-3C3A-B894-11168F49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A4900-4FDA-D707-2711-9265C49A0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CD19E-DD6E-220A-86A9-57248A00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51830-CC10-2639-BDAC-10B13654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582DB-CF5C-E32C-04FF-8DAC223D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09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A0DB-FB6D-84ED-603B-AB9E0DAF7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4D56C-D836-1B33-5758-CA9884D49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CF491-0E99-F2F9-7674-2D1E8275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5D5DD-93DA-314E-D7B8-F4183DA9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DD2C9-721A-F40F-5BCC-1A317C6C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63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A8307-2782-8A1E-FF1D-62018BF7F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F4D82-A60C-A2F4-B41E-B0FB6D1B6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64245-BE5B-90B8-67A5-8522D3CF8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5A22D-A527-FD24-7B1C-6EA23167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4A10C-ECB3-6327-416B-5513B16E8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89AC9-A112-59BC-B9C3-BEAF89ED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56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D54B2-48A5-5FB4-AC60-3F499310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D352B-A02C-D07C-B184-8590FDB3A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D6DF1-5A01-8216-B847-83C02D288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48979-42D9-C8C2-99B2-06A8008CF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A342C-AF2D-9BA0-1933-7508E687E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C70685-7731-5524-5BA8-6BCB1D3C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75FED-7658-DD07-7C00-21413CB9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DEA23-9EB9-5226-0E26-E817BD328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9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3AEF-B408-B530-1239-FACE98826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82984-7452-AB64-40FD-6ACDC418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73156B-AA9C-911C-54B8-4E0216D3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DB05A-050C-A249-EEE5-E08233BE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0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04B83-9D7F-C972-6C00-0C4792F1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572ED-0866-521F-D8D7-CBB384A0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59F39-0A49-D4E7-1D05-B00112AF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4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1DE7-48E5-B6B8-D19E-1ECA6215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3DB77-0A02-6B16-E185-15B0B991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C6AB5-D217-D4C9-2E7F-B348BFC35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7E476-8729-4FA7-0FF8-2A5ADE92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192F3-B60D-E928-2809-B4467E05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A9250-2FA7-2F0F-C1DC-5383A9B4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2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1DDD-55E4-9A08-E2C6-C61218870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5DF330-A846-1322-7701-F764B827E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94E10-34BA-523E-BE0B-218E3F81B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5E841-0E22-4E06-3645-AD4DF617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192A-8691-05E1-4B8B-70416385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AC198-7215-12AD-8DBC-92513BD1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98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73B5C-5490-EEBD-9083-0D4F98CE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C4135-4ED2-7E58-C9FF-45C50E11D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C01F4-D563-E669-1D13-66009BCA7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76AA8-B834-36CB-5C60-BC1B2A00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952D4-E20F-12AA-5806-5577878A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75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048C1-1FA9-C4CF-F8AF-CC1880850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79D86-D7DD-70B0-EB9F-75E724AB1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2BA61-67AE-7357-1009-5B516EC3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E4C01-7F34-91B1-57B8-15B37621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DF1A1-7D03-0A55-3A0E-C326682C5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48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BFE085-D9CD-D80C-A3DA-BFD443FE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3725F-EC4B-F673-B047-C822EB85B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2B78A-D71E-2FF4-598C-F0C259E7F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B4EF5-D94F-4107-93A4-F2362C9587F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A3BF4-F32C-C320-8B82-247A55B1B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8F495-505C-3F94-16D8-EDE60F2EE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09C17-B092-4B02-8DA7-6F80B024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B1BAE1-FE9F-405A-5872-62BD751E5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4021"/>
            <a:ext cx="12192000" cy="490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2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C8E76D-C1D3-B1BA-49FC-03AB2DAF1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509"/>
            <a:ext cx="12192000" cy="488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2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87AA17-F65A-516C-F717-D6644D77E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206"/>
            <a:ext cx="12192000" cy="579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83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37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Patel</dc:creator>
  <cp:lastModifiedBy>Sagar Patel</cp:lastModifiedBy>
  <cp:revision>1</cp:revision>
  <dcterms:created xsi:type="dcterms:W3CDTF">2026-03-10T06:08:26Z</dcterms:created>
  <dcterms:modified xsi:type="dcterms:W3CDTF">2026-03-10T06:08:29Z</dcterms:modified>
</cp:coreProperties>
</file>